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7" r:id="rId6"/>
    <p:sldId id="258" r:id="rId7"/>
    <p:sldId id="259" r:id="rId8"/>
    <p:sldId id="262" r:id="rId9"/>
    <p:sldId id="271" r:id="rId10"/>
    <p:sldId id="270" r:id="rId11"/>
    <p:sldId id="265" r:id="rId12"/>
    <p:sldId id="266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CF6DD9-2493-4891-AE32-A55D7C5B52E1}" v="3" dt="2025-11-06T23:11:59.5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dhansh Sankaran" userId="ce9ad4e1-ddcf-4bdf-bdfb-c7e0afc47393" providerId="ADAL" clId="{7BE87D85-4918-4782-AFB0-016275D3F363}"/>
    <pc:docChg chg="undo custSel addSld delSld modSld">
      <pc:chgData name="Medhansh Sankaran" userId="ce9ad4e1-ddcf-4bdf-bdfb-c7e0afc47393" providerId="ADAL" clId="{7BE87D85-4918-4782-AFB0-016275D3F363}" dt="2025-11-06T23:11:59.515" v="2672" actId="2696"/>
      <pc:docMkLst>
        <pc:docMk/>
      </pc:docMkLst>
      <pc:sldChg chg="modSp mod">
        <pc:chgData name="Medhansh Sankaran" userId="ce9ad4e1-ddcf-4bdf-bdfb-c7e0afc47393" providerId="ADAL" clId="{7BE87D85-4918-4782-AFB0-016275D3F363}" dt="2025-11-06T05:32:29.613" v="562" actId="20577"/>
        <pc:sldMkLst>
          <pc:docMk/>
          <pc:sldMk cId="109857222" sldId="256"/>
        </pc:sldMkLst>
        <pc:spChg chg="mod">
          <ac:chgData name="Medhansh Sankaran" userId="ce9ad4e1-ddcf-4bdf-bdfb-c7e0afc47393" providerId="ADAL" clId="{7BE87D85-4918-4782-AFB0-016275D3F363}" dt="2025-11-06T05:32:29.613" v="562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modSp mod">
        <pc:chgData name="Medhansh Sankaran" userId="ce9ad4e1-ddcf-4bdf-bdfb-c7e0afc47393" providerId="ADAL" clId="{7BE87D85-4918-4782-AFB0-016275D3F363}" dt="2025-11-06T05:24:28.619" v="328" actId="20577"/>
        <pc:sldMkLst>
          <pc:docMk/>
          <pc:sldMk cId="921055923" sldId="258"/>
        </pc:sldMkLst>
        <pc:spChg chg="mod">
          <ac:chgData name="Medhansh Sankaran" userId="ce9ad4e1-ddcf-4bdf-bdfb-c7e0afc47393" providerId="ADAL" clId="{7BE87D85-4918-4782-AFB0-016275D3F363}" dt="2025-11-06T05:24:28.619" v="328" actId="20577"/>
          <ac:spMkLst>
            <pc:docMk/>
            <pc:sldMk cId="921055923" sldId="258"/>
            <ac:spMk id="9" creationId="{F6674085-E781-2069-3933-9F22B1ABE1B9}"/>
          </ac:spMkLst>
        </pc:spChg>
      </pc:sldChg>
      <pc:sldChg chg="addSp delSp modSp mod setBg">
        <pc:chgData name="Medhansh Sankaran" userId="ce9ad4e1-ddcf-4bdf-bdfb-c7e0afc47393" providerId="ADAL" clId="{7BE87D85-4918-4782-AFB0-016275D3F363}" dt="2025-11-06T16:44:23.660" v="2516" actId="20577"/>
        <pc:sldMkLst>
          <pc:docMk/>
          <pc:sldMk cId="2227679328" sldId="259"/>
        </pc:sldMkLst>
        <pc:spChg chg="mod">
          <ac:chgData name="Medhansh Sankaran" userId="ce9ad4e1-ddcf-4bdf-bdfb-c7e0afc47393" providerId="ADAL" clId="{7BE87D85-4918-4782-AFB0-016275D3F363}" dt="2025-11-06T16:43:47.309" v="2452" actId="26606"/>
          <ac:spMkLst>
            <pc:docMk/>
            <pc:sldMk cId="2227679328" sldId="259"/>
            <ac:spMk id="2" creationId="{FEE08B5D-B7C0-6FEA-61AA-AEC800239D04}"/>
          </ac:spMkLst>
        </pc:spChg>
        <pc:spChg chg="mod">
          <ac:chgData name="Medhansh Sankaran" userId="ce9ad4e1-ddcf-4bdf-bdfb-c7e0afc47393" providerId="ADAL" clId="{7BE87D85-4918-4782-AFB0-016275D3F363}" dt="2025-11-06T16:44:23.660" v="2516" actId="20577"/>
          <ac:spMkLst>
            <pc:docMk/>
            <pc:sldMk cId="2227679328" sldId="259"/>
            <ac:spMk id="3" creationId="{12EEC025-6FE4-9E29-69C3-A78724681ECE}"/>
          </ac:spMkLst>
        </pc:spChg>
        <pc:spChg chg="add del">
          <ac:chgData name="Medhansh Sankaran" userId="ce9ad4e1-ddcf-4bdf-bdfb-c7e0afc47393" providerId="ADAL" clId="{7BE87D85-4918-4782-AFB0-016275D3F363}" dt="2025-11-06T16:43:47.309" v="2452" actId="26606"/>
          <ac:spMkLst>
            <pc:docMk/>
            <pc:sldMk cId="2227679328" sldId="259"/>
            <ac:spMk id="11" creationId="{C2E4E997-8672-4FFD-B8EC-9932A8E4714B}"/>
          </ac:spMkLst>
        </pc:spChg>
        <pc:spChg chg="add del">
          <ac:chgData name="Medhansh Sankaran" userId="ce9ad4e1-ddcf-4bdf-bdfb-c7e0afc47393" providerId="ADAL" clId="{7BE87D85-4918-4782-AFB0-016275D3F363}" dt="2025-11-06T16:43:47.307" v="2451" actId="26606"/>
          <ac:spMkLst>
            <pc:docMk/>
            <pc:sldMk cId="2227679328" sldId="259"/>
            <ac:spMk id="47" creationId="{C2E4E997-8672-4FFD-B8EC-9932A8E4714B}"/>
          </ac:spMkLst>
        </pc:spChg>
        <pc:grpChg chg="add del">
          <ac:chgData name="Medhansh Sankaran" userId="ce9ad4e1-ddcf-4bdf-bdfb-c7e0afc47393" providerId="ADAL" clId="{7BE87D85-4918-4782-AFB0-016275D3F363}" dt="2025-11-06T16:43:47.309" v="2452" actId="26606"/>
          <ac:grpSpMkLst>
            <pc:docMk/>
            <pc:sldMk cId="2227679328" sldId="259"/>
            <ac:grpSpMk id="15" creationId="{453E4DEE-E996-40F8-8635-0FF43D7348F9}"/>
          </ac:grpSpMkLst>
        </pc:grpChg>
        <pc:grpChg chg="add del">
          <ac:chgData name="Medhansh Sankaran" userId="ce9ad4e1-ddcf-4bdf-bdfb-c7e0afc47393" providerId="ADAL" clId="{7BE87D85-4918-4782-AFB0-016275D3F363}" dt="2025-11-06T16:43:47.307" v="2451" actId="26606"/>
          <ac:grpSpMkLst>
            <pc:docMk/>
            <pc:sldMk cId="2227679328" sldId="259"/>
            <ac:grpSpMk id="51" creationId="{453E4DEE-E996-40F8-8635-0FF43D7348F9}"/>
          </ac:grpSpMkLst>
        </pc:grpChg>
        <pc:picChg chg="del">
          <ac:chgData name="Medhansh Sankaran" userId="ce9ad4e1-ddcf-4bdf-bdfb-c7e0afc47393" providerId="ADAL" clId="{7BE87D85-4918-4782-AFB0-016275D3F363}" dt="2025-11-06T05:23:24.624" v="83" actId="478"/>
          <ac:picMkLst>
            <pc:docMk/>
            <pc:sldMk cId="2227679328" sldId="259"/>
            <ac:picMk id="5" creationId="{1EB3FE22-C29A-40D9-AE84-B74490B9821B}"/>
          </ac:picMkLst>
        </pc:picChg>
        <pc:picChg chg="add mod modCrop">
          <ac:chgData name="Medhansh Sankaran" userId="ce9ad4e1-ddcf-4bdf-bdfb-c7e0afc47393" providerId="ADAL" clId="{7BE87D85-4918-4782-AFB0-016275D3F363}" dt="2025-11-06T16:43:47.309" v="2452" actId="26606"/>
          <ac:picMkLst>
            <pc:docMk/>
            <pc:sldMk cId="2227679328" sldId="259"/>
            <ac:picMk id="5" creationId="{E6D4E5EE-DF69-A942-0DFD-DD08629AF994}"/>
          </ac:picMkLst>
        </pc:picChg>
        <pc:picChg chg="add del mod">
          <ac:chgData name="Medhansh Sankaran" userId="ce9ad4e1-ddcf-4bdf-bdfb-c7e0afc47393" providerId="ADAL" clId="{7BE87D85-4918-4782-AFB0-016275D3F363}" dt="2025-11-06T16:43:38.826" v="2447" actId="478"/>
          <ac:picMkLst>
            <pc:docMk/>
            <pc:sldMk cId="2227679328" sldId="259"/>
            <ac:picMk id="6" creationId="{20261CBC-4142-1885-625F-965340726956}"/>
          </ac:picMkLst>
        </pc:picChg>
        <pc:picChg chg="add del">
          <ac:chgData name="Medhansh Sankaran" userId="ce9ad4e1-ddcf-4bdf-bdfb-c7e0afc47393" providerId="ADAL" clId="{7BE87D85-4918-4782-AFB0-016275D3F363}" dt="2025-11-06T16:43:47.309" v="2452" actId="26606"/>
          <ac:picMkLst>
            <pc:docMk/>
            <pc:sldMk cId="2227679328" sldId="259"/>
            <ac:picMk id="13" creationId="{FE6BA9E6-1D9E-4D30-B528-D49FA1342E4E}"/>
          </ac:picMkLst>
        </pc:picChg>
        <pc:picChg chg="add del">
          <ac:chgData name="Medhansh Sankaran" userId="ce9ad4e1-ddcf-4bdf-bdfb-c7e0afc47393" providerId="ADAL" clId="{7BE87D85-4918-4782-AFB0-016275D3F363}" dt="2025-11-06T16:43:47.307" v="2451" actId="26606"/>
          <ac:picMkLst>
            <pc:docMk/>
            <pc:sldMk cId="2227679328" sldId="259"/>
            <ac:picMk id="49" creationId="{FE6BA9E6-1D9E-4D30-B528-D49FA1342E4E}"/>
          </ac:picMkLst>
        </pc:picChg>
      </pc:sldChg>
      <pc:sldChg chg="del">
        <pc:chgData name="Medhansh Sankaran" userId="ce9ad4e1-ddcf-4bdf-bdfb-c7e0afc47393" providerId="ADAL" clId="{7BE87D85-4918-4782-AFB0-016275D3F363}" dt="2025-11-06T05:27:32.261" v="329" actId="2696"/>
        <pc:sldMkLst>
          <pc:docMk/>
          <pc:sldMk cId="937107798" sldId="260"/>
        </pc:sldMkLst>
      </pc:sldChg>
      <pc:sldChg chg="del">
        <pc:chgData name="Medhansh Sankaran" userId="ce9ad4e1-ddcf-4bdf-bdfb-c7e0afc47393" providerId="ADAL" clId="{7BE87D85-4918-4782-AFB0-016275D3F363}" dt="2025-11-06T05:27:38.886" v="330" actId="2696"/>
        <pc:sldMkLst>
          <pc:docMk/>
          <pc:sldMk cId="4221435970" sldId="261"/>
        </pc:sldMkLst>
      </pc:sldChg>
      <pc:sldChg chg="addSp delSp modSp mod">
        <pc:chgData name="Medhansh Sankaran" userId="ce9ad4e1-ddcf-4bdf-bdfb-c7e0afc47393" providerId="ADAL" clId="{7BE87D85-4918-4782-AFB0-016275D3F363}" dt="2025-11-06T05:28:45.520" v="365" actId="1076"/>
        <pc:sldMkLst>
          <pc:docMk/>
          <pc:sldMk cId="1062921385" sldId="262"/>
        </pc:sldMkLst>
        <pc:spChg chg="mod">
          <ac:chgData name="Medhansh Sankaran" userId="ce9ad4e1-ddcf-4bdf-bdfb-c7e0afc47393" providerId="ADAL" clId="{7BE87D85-4918-4782-AFB0-016275D3F363}" dt="2025-11-06T05:28:00.523" v="357" actId="20577"/>
          <ac:spMkLst>
            <pc:docMk/>
            <pc:sldMk cId="1062921385" sldId="262"/>
            <ac:spMk id="2" creationId="{D6A158F2-CA11-657D-CF02-0F1B8A8B4073}"/>
          </ac:spMkLst>
        </pc:spChg>
        <pc:picChg chg="add mod">
          <ac:chgData name="Medhansh Sankaran" userId="ce9ad4e1-ddcf-4bdf-bdfb-c7e0afc47393" providerId="ADAL" clId="{7BE87D85-4918-4782-AFB0-016275D3F363}" dt="2025-11-06T05:28:25.413" v="361" actId="1076"/>
          <ac:picMkLst>
            <pc:docMk/>
            <pc:sldMk cId="1062921385" sldId="262"/>
            <ac:picMk id="4" creationId="{45C140A5-B8B4-B832-8DCB-2FA2B80DCDA9}"/>
          </ac:picMkLst>
        </pc:picChg>
        <pc:picChg chg="del">
          <ac:chgData name="Medhansh Sankaran" userId="ce9ad4e1-ddcf-4bdf-bdfb-c7e0afc47393" providerId="ADAL" clId="{7BE87D85-4918-4782-AFB0-016275D3F363}" dt="2025-11-06T05:28:20.891" v="358" actId="478"/>
          <ac:picMkLst>
            <pc:docMk/>
            <pc:sldMk cId="1062921385" sldId="262"/>
            <ac:picMk id="5" creationId="{09149CB6-F146-3222-CAD5-932671188A3D}"/>
          </ac:picMkLst>
        </pc:picChg>
        <pc:picChg chg="add mod">
          <ac:chgData name="Medhansh Sankaran" userId="ce9ad4e1-ddcf-4bdf-bdfb-c7e0afc47393" providerId="ADAL" clId="{7BE87D85-4918-4782-AFB0-016275D3F363}" dt="2025-11-06T05:28:45.520" v="365" actId="1076"/>
          <ac:picMkLst>
            <pc:docMk/>
            <pc:sldMk cId="1062921385" sldId="262"/>
            <ac:picMk id="7" creationId="{077CDAC9-DE30-3587-524A-B385DE13D19A}"/>
          </ac:picMkLst>
        </pc:picChg>
      </pc:sldChg>
      <pc:sldChg chg="del">
        <pc:chgData name="Medhansh Sankaran" userId="ce9ad4e1-ddcf-4bdf-bdfb-c7e0afc47393" providerId="ADAL" clId="{7BE87D85-4918-4782-AFB0-016275D3F363}" dt="2025-11-06T05:39:33.746" v="709" actId="2696"/>
        <pc:sldMkLst>
          <pc:docMk/>
          <pc:sldMk cId="2014044983" sldId="264"/>
        </pc:sldMkLst>
      </pc:sldChg>
      <pc:sldChg chg="modSp mod">
        <pc:chgData name="Medhansh Sankaran" userId="ce9ad4e1-ddcf-4bdf-bdfb-c7e0afc47393" providerId="ADAL" clId="{7BE87D85-4918-4782-AFB0-016275D3F363}" dt="2025-11-06T05:57:11.936" v="2446" actId="14100"/>
        <pc:sldMkLst>
          <pc:docMk/>
          <pc:sldMk cId="1387101377" sldId="265"/>
        </pc:sldMkLst>
        <pc:spChg chg="mod">
          <ac:chgData name="Medhansh Sankaran" userId="ce9ad4e1-ddcf-4bdf-bdfb-c7e0afc47393" providerId="ADAL" clId="{7BE87D85-4918-4782-AFB0-016275D3F363}" dt="2025-11-06T05:57:11.936" v="2446" actId="14100"/>
          <ac:spMkLst>
            <pc:docMk/>
            <pc:sldMk cId="1387101377" sldId="265"/>
            <ac:spMk id="3" creationId="{4B3AC520-BF2C-87D2-BBE8-D2552D6CF99F}"/>
          </ac:spMkLst>
        </pc:spChg>
      </pc:sldChg>
      <pc:sldChg chg="modSp mod">
        <pc:chgData name="Medhansh Sankaran" userId="ce9ad4e1-ddcf-4bdf-bdfb-c7e0afc47393" providerId="ADAL" clId="{7BE87D85-4918-4782-AFB0-016275D3F363}" dt="2025-11-06T05:56:58.925" v="2443" actId="27636"/>
        <pc:sldMkLst>
          <pc:docMk/>
          <pc:sldMk cId="1522032723" sldId="266"/>
        </pc:sldMkLst>
        <pc:spChg chg="mod">
          <ac:chgData name="Medhansh Sankaran" userId="ce9ad4e1-ddcf-4bdf-bdfb-c7e0afc47393" providerId="ADAL" clId="{7BE87D85-4918-4782-AFB0-016275D3F363}" dt="2025-11-06T05:56:58.925" v="2443" actId="27636"/>
          <ac:spMkLst>
            <pc:docMk/>
            <pc:sldMk cId="1522032723" sldId="266"/>
            <ac:spMk id="3" creationId="{40B6776D-5F7F-5A1E-8634-BE3BDD1D6917}"/>
          </ac:spMkLst>
        </pc:spChg>
      </pc:sldChg>
      <pc:sldChg chg="del">
        <pc:chgData name="Medhansh Sankaran" userId="ce9ad4e1-ddcf-4bdf-bdfb-c7e0afc47393" providerId="ADAL" clId="{7BE87D85-4918-4782-AFB0-016275D3F363}" dt="2025-11-06T05:52:46.566" v="1603" actId="2696"/>
        <pc:sldMkLst>
          <pc:docMk/>
          <pc:sldMk cId="1560324279" sldId="267"/>
        </pc:sldMkLst>
      </pc:sldChg>
      <pc:sldChg chg="del">
        <pc:chgData name="Medhansh Sankaran" userId="ce9ad4e1-ddcf-4bdf-bdfb-c7e0afc47393" providerId="ADAL" clId="{7BE87D85-4918-4782-AFB0-016275D3F363}" dt="2025-11-06T05:39:38.232" v="710" actId="2696"/>
        <pc:sldMkLst>
          <pc:docMk/>
          <pc:sldMk cId="3867472592" sldId="268"/>
        </pc:sldMkLst>
      </pc:sldChg>
      <pc:sldChg chg="addSp delSp modSp mod">
        <pc:chgData name="Medhansh Sankaran" userId="ce9ad4e1-ddcf-4bdf-bdfb-c7e0afc47393" providerId="ADAL" clId="{7BE87D85-4918-4782-AFB0-016275D3F363}" dt="2025-11-06T22:33:55.423" v="2666" actId="26606"/>
        <pc:sldMkLst>
          <pc:docMk/>
          <pc:sldMk cId="1839574541" sldId="270"/>
        </pc:sldMkLst>
        <pc:spChg chg="mod">
          <ac:chgData name="Medhansh Sankaran" userId="ce9ad4e1-ddcf-4bdf-bdfb-c7e0afc47393" providerId="ADAL" clId="{7BE87D85-4918-4782-AFB0-016275D3F363}" dt="2025-11-06T05:30:31.040" v="552" actId="20577"/>
          <ac:spMkLst>
            <pc:docMk/>
            <pc:sldMk cId="1839574541" sldId="270"/>
            <ac:spMk id="2" creationId="{40C17734-1E32-B53D-4D47-53878977EC49}"/>
          </ac:spMkLst>
        </pc:spChg>
        <pc:spChg chg="mod ord">
          <ac:chgData name="Medhansh Sankaran" userId="ce9ad4e1-ddcf-4bdf-bdfb-c7e0afc47393" providerId="ADAL" clId="{7BE87D85-4918-4782-AFB0-016275D3F363}" dt="2025-11-06T22:33:55.423" v="2666" actId="26606"/>
          <ac:spMkLst>
            <pc:docMk/>
            <pc:sldMk cId="1839574541" sldId="270"/>
            <ac:spMk id="8" creationId="{4205CD25-8A4E-6B54-832D-C68B6F1497CF}"/>
          </ac:spMkLst>
        </pc:spChg>
        <pc:spChg chg="del">
          <ac:chgData name="Medhansh Sankaran" userId="ce9ad4e1-ddcf-4bdf-bdfb-c7e0afc47393" providerId="ADAL" clId="{7BE87D85-4918-4782-AFB0-016275D3F363}" dt="2025-11-06T05:38:17.556" v="649" actId="26606"/>
          <ac:spMkLst>
            <pc:docMk/>
            <pc:sldMk cId="1839574541" sldId="270"/>
            <ac:spMk id="13" creationId="{9775AF3B-5284-4B97-9BB7-55C6FB3699C2}"/>
          </ac:spMkLst>
        </pc:spChg>
        <pc:spChg chg="del">
          <ac:chgData name="Medhansh Sankaran" userId="ce9ad4e1-ddcf-4bdf-bdfb-c7e0afc47393" providerId="ADAL" clId="{7BE87D85-4918-4782-AFB0-016275D3F363}" dt="2025-11-06T05:38:17.556" v="649" actId="26606"/>
          <ac:spMkLst>
            <pc:docMk/>
            <pc:sldMk cId="1839574541" sldId="270"/>
            <ac:spMk id="58" creationId="{66D4F5BA-1D71-49B2-8A7F-6B4EB94D7265}"/>
          </ac:spMkLst>
        </pc:spChg>
        <pc:spChg chg="add del">
          <ac:chgData name="Medhansh Sankaran" userId="ce9ad4e1-ddcf-4bdf-bdfb-c7e0afc47393" providerId="ADAL" clId="{7BE87D85-4918-4782-AFB0-016275D3F363}" dt="2025-11-06T22:33:55.423" v="2666" actId="26606"/>
          <ac:spMkLst>
            <pc:docMk/>
            <pc:sldMk cId="1839574541" sldId="270"/>
            <ac:spMk id="63" creationId="{9775AF3B-5284-4B97-9BB7-55C6FB3699C2}"/>
          </ac:spMkLst>
        </pc:spChg>
        <pc:spChg chg="add del">
          <ac:chgData name="Medhansh Sankaran" userId="ce9ad4e1-ddcf-4bdf-bdfb-c7e0afc47393" providerId="ADAL" clId="{7BE87D85-4918-4782-AFB0-016275D3F363}" dt="2025-11-06T22:33:55.423" v="2666" actId="26606"/>
          <ac:spMkLst>
            <pc:docMk/>
            <pc:sldMk cId="1839574541" sldId="270"/>
            <ac:spMk id="108" creationId="{66D4F5BA-1D71-49B2-8A7F-6B4EB94D7265}"/>
          </ac:spMkLst>
        </pc:spChg>
        <pc:spChg chg="add">
          <ac:chgData name="Medhansh Sankaran" userId="ce9ad4e1-ddcf-4bdf-bdfb-c7e0afc47393" providerId="ADAL" clId="{7BE87D85-4918-4782-AFB0-016275D3F363}" dt="2025-11-06T22:33:55.423" v="2666" actId="26606"/>
          <ac:spMkLst>
            <pc:docMk/>
            <pc:sldMk cId="1839574541" sldId="270"/>
            <ac:spMk id="113" creationId="{9775AF3B-5284-4B97-9BB7-55C6FB3699C2}"/>
          </ac:spMkLst>
        </pc:spChg>
        <pc:spChg chg="add">
          <ac:chgData name="Medhansh Sankaran" userId="ce9ad4e1-ddcf-4bdf-bdfb-c7e0afc47393" providerId="ADAL" clId="{7BE87D85-4918-4782-AFB0-016275D3F363}" dt="2025-11-06T22:33:55.423" v="2666" actId="26606"/>
          <ac:spMkLst>
            <pc:docMk/>
            <pc:sldMk cId="1839574541" sldId="270"/>
            <ac:spMk id="158" creationId="{66D4F5BA-1D71-49B2-8A7F-6B4EB94D7265}"/>
          </ac:spMkLst>
        </pc:spChg>
        <pc:grpChg chg="del">
          <ac:chgData name="Medhansh Sankaran" userId="ce9ad4e1-ddcf-4bdf-bdfb-c7e0afc47393" providerId="ADAL" clId="{7BE87D85-4918-4782-AFB0-016275D3F363}" dt="2025-11-06T05:38:17.556" v="649" actId="26606"/>
          <ac:grpSpMkLst>
            <pc:docMk/>
            <pc:sldMk cId="1839574541" sldId="270"/>
            <ac:grpSpMk id="15" creationId="{A0F1F7ED-DA39-478F-85DA-317DE08941E8}"/>
          </ac:grpSpMkLst>
        </pc:grpChg>
        <pc:grpChg chg="add del">
          <ac:chgData name="Medhansh Sankaran" userId="ce9ad4e1-ddcf-4bdf-bdfb-c7e0afc47393" providerId="ADAL" clId="{7BE87D85-4918-4782-AFB0-016275D3F363}" dt="2025-11-06T22:33:55.423" v="2666" actId="26606"/>
          <ac:grpSpMkLst>
            <pc:docMk/>
            <pc:sldMk cId="1839574541" sldId="270"/>
            <ac:grpSpMk id="65" creationId="{A0F1F7ED-DA39-478F-85DA-317DE08941E8}"/>
          </ac:grpSpMkLst>
        </pc:grpChg>
        <pc:grpChg chg="add">
          <ac:chgData name="Medhansh Sankaran" userId="ce9ad4e1-ddcf-4bdf-bdfb-c7e0afc47393" providerId="ADAL" clId="{7BE87D85-4918-4782-AFB0-016275D3F363}" dt="2025-11-06T22:33:55.423" v="2666" actId="26606"/>
          <ac:grpSpMkLst>
            <pc:docMk/>
            <pc:sldMk cId="1839574541" sldId="270"/>
            <ac:grpSpMk id="115" creationId="{A0F1F7ED-DA39-478F-85DA-317DE08941E8}"/>
          </ac:grpSpMkLst>
        </pc:grpChg>
        <pc:picChg chg="add del mod">
          <ac:chgData name="Medhansh Sankaran" userId="ce9ad4e1-ddcf-4bdf-bdfb-c7e0afc47393" providerId="ADAL" clId="{7BE87D85-4918-4782-AFB0-016275D3F363}" dt="2025-11-06T16:44:57.689" v="2517" actId="478"/>
          <ac:picMkLst>
            <pc:docMk/>
            <pc:sldMk cId="1839574541" sldId="270"/>
            <ac:picMk id="4" creationId="{08D5F18F-9654-6AB8-83B8-363E08B641CA}"/>
          </ac:picMkLst>
        </pc:picChg>
        <pc:picChg chg="add mod">
          <ac:chgData name="Medhansh Sankaran" userId="ce9ad4e1-ddcf-4bdf-bdfb-c7e0afc47393" providerId="ADAL" clId="{7BE87D85-4918-4782-AFB0-016275D3F363}" dt="2025-11-06T22:33:55.423" v="2666" actId="26606"/>
          <ac:picMkLst>
            <pc:docMk/>
            <pc:sldMk cId="1839574541" sldId="270"/>
            <ac:picMk id="4" creationId="{2990FCD3-15FB-18BF-FAFF-A71B7964EC18}"/>
          </ac:picMkLst>
        </pc:picChg>
        <pc:picChg chg="del">
          <ac:chgData name="Medhansh Sankaran" userId="ce9ad4e1-ddcf-4bdf-bdfb-c7e0afc47393" providerId="ADAL" clId="{7BE87D85-4918-4782-AFB0-016275D3F363}" dt="2025-11-06T05:30:33.464" v="553" actId="478"/>
          <ac:picMkLst>
            <pc:docMk/>
            <pc:sldMk cId="1839574541" sldId="270"/>
            <ac:picMk id="5" creationId="{0D48E84D-E241-E045-94AA-CF171B826570}"/>
          </ac:picMkLst>
        </pc:picChg>
        <pc:picChg chg="add del mod">
          <ac:chgData name="Medhansh Sankaran" userId="ce9ad4e1-ddcf-4bdf-bdfb-c7e0afc47393" providerId="ADAL" clId="{7BE87D85-4918-4782-AFB0-016275D3F363}" dt="2025-11-06T22:33:42.299" v="2664" actId="478"/>
          <ac:picMkLst>
            <pc:docMk/>
            <pc:sldMk cId="1839574541" sldId="270"/>
            <ac:picMk id="5" creationId="{E389FD65-4710-299B-C84D-320F33A47A13}"/>
          </ac:picMkLst>
        </pc:picChg>
        <pc:picChg chg="del">
          <ac:chgData name="Medhansh Sankaran" userId="ce9ad4e1-ddcf-4bdf-bdfb-c7e0afc47393" providerId="ADAL" clId="{7BE87D85-4918-4782-AFB0-016275D3F363}" dt="2025-11-06T05:38:17.556" v="649" actId="26606"/>
          <ac:picMkLst>
            <pc:docMk/>
            <pc:sldMk cId="1839574541" sldId="270"/>
            <ac:picMk id="56" creationId="{1B17CCE2-CEEF-40CA-8C4D-0DC2DCA78A23}"/>
          </ac:picMkLst>
        </pc:picChg>
        <pc:picChg chg="add del">
          <ac:chgData name="Medhansh Sankaran" userId="ce9ad4e1-ddcf-4bdf-bdfb-c7e0afc47393" providerId="ADAL" clId="{7BE87D85-4918-4782-AFB0-016275D3F363}" dt="2025-11-06T22:33:55.423" v="2666" actId="26606"/>
          <ac:picMkLst>
            <pc:docMk/>
            <pc:sldMk cId="1839574541" sldId="270"/>
            <ac:picMk id="106" creationId="{1B17CCE2-CEEF-40CA-8C4D-0DC2DCA78A23}"/>
          </ac:picMkLst>
        </pc:picChg>
        <pc:picChg chg="add">
          <ac:chgData name="Medhansh Sankaran" userId="ce9ad4e1-ddcf-4bdf-bdfb-c7e0afc47393" providerId="ADAL" clId="{7BE87D85-4918-4782-AFB0-016275D3F363}" dt="2025-11-06T22:33:55.423" v="2666" actId="26606"/>
          <ac:picMkLst>
            <pc:docMk/>
            <pc:sldMk cId="1839574541" sldId="270"/>
            <ac:picMk id="156" creationId="{1B17CCE2-CEEF-40CA-8C4D-0DC2DCA78A23}"/>
          </ac:picMkLst>
        </pc:picChg>
      </pc:sldChg>
      <pc:sldChg chg="new del">
        <pc:chgData name="Medhansh Sankaran" userId="ce9ad4e1-ddcf-4bdf-bdfb-c7e0afc47393" providerId="ADAL" clId="{7BE87D85-4918-4782-AFB0-016275D3F363}" dt="2025-11-06T05:29:08.174" v="367" actId="2696"/>
        <pc:sldMkLst>
          <pc:docMk/>
          <pc:sldMk cId="3240570022" sldId="271"/>
        </pc:sldMkLst>
      </pc:sldChg>
      <pc:sldChg chg="addSp delSp modSp new mod setBg">
        <pc:chgData name="Medhansh Sankaran" userId="ce9ad4e1-ddcf-4bdf-bdfb-c7e0afc47393" providerId="ADAL" clId="{7BE87D85-4918-4782-AFB0-016275D3F363}" dt="2025-11-06T22:33:39.132" v="2663" actId="26606"/>
        <pc:sldMkLst>
          <pc:docMk/>
          <pc:sldMk cId="3503187607" sldId="271"/>
        </pc:sldMkLst>
        <pc:spChg chg="mod">
          <ac:chgData name="Medhansh Sankaran" userId="ce9ad4e1-ddcf-4bdf-bdfb-c7e0afc47393" providerId="ADAL" clId="{7BE87D85-4918-4782-AFB0-016275D3F363}" dt="2025-11-06T22:33:39.132" v="2663" actId="26606"/>
          <ac:spMkLst>
            <pc:docMk/>
            <pc:sldMk cId="3503187607" sldId="271"/>
            <ac:spMk id="2" creationId="{FFAF7C6E-7216-F1E8-6910-D06DE543D88E}"/>
          </ac:spMkLst>
        </pc:spChg>
        <pc:spChg chg="mod ord">
          <ac:chgData name="Medhansh Sankaran" userId="ce9ad4e1-ddcf-4bdf-bdfb-c7e0afc47393" providerId="ADAL" clId="{7BE87D85-4918-4782-AFB0-016275D3F363}" dt="2025-11-06T22:33:39.132" v="2663" actId="26606"/>
          <ac:spMkLst>
            <pc:docMk/>
            <pc:sldMk cId="3503187607" sldId="271"/>
            <ac:spMk id="3" creationId="{74BA2EBE-2304-960F-44CB-905C803BAB29}"/>
          </ac:spMkLst>
        </pc:spChg>
        <pc:spChg chg="add del">
          <ac:chgData name="Medhansh Sankaran" userId="ce9ad4e1-ddcf-4bdf-bdfb-c7e0afc47393" providerId="ADAL" clId="{7BE87D85-4918-4782-AFB0-016275D3F363}" dt="2025-11-06T16:46:16.276" v="2554" actId="26606"/>
          <ac:spMkLst>
            <pc:docMk/>
            <pc:sldMk cId="3503187607" sldId="271"/>
            <ac:spMk id="10" creationId="{C2E4E997-8672-4FFD-B8EC-9932A8E4714B}"/>
          </ac:spMkLst>
        </pc:spChg>
        <pc:spChg chg="add del">
          <ac:chgData name="Medhansh Sankaran" userId="ce9ad4e1-ddcf-4bdf-bdfb-c7e0afc47393" providerId="ADAL" clId="{7BE87D85-4918-4782-AFB0-016275D3F363}" dt="2025-11-06T22:33:39.132" v="2663" actId="26606"/>
          <ac:spMkLst>
            <pc:docMk/>
            <pc:sldMk cId="3503187607" sldId="271"/>
            <ac:spMk id="46" creationId="{C2E4E997-8672-4FFD-B8EC-9932A8E4714B}"/>
          </ac:spMkLst>
        </pc:spChg>
        <pc:grpChg chg="add del">
          <ac:chgData name="Medhansh Sankaran" userId="ce9ad4e1-ddcf-4bdf-bdfb-c7e0afc47393" providerId="ADAL" clId="{7BE87D85-4918-4782-AFB0-016275D3F363}" dt="2025-11-06T16:46:16.276" v="2554" actId="26606"/>
          <ac:grpSpMkLst>
            <pc:docMk/>
            <pc:sldMk cId="3503187607" sldId="271"/>
            <ac:grpSpMk id="14" creationId="{453E4DEE-E996-40F8-8635-0FF43D7348F9}"/>
          </ac:grpSpMkLst>
        </pc:grpChg>
        <pc:grpChg chg="add del">
          <ac:chgData name="Medhansh Sankaran" userId="ce9ad4e1-ddcf-4bdf-bdfb-c7e0afc47393" providerId="ADAL" clId="{7BE87D85-4918-4782-AFB0-016275D3F363}" dt="2025-11-06T22:33:39.132" v="2663" actId="26606"/>
          <ac:grpSpMkLst>
            <pc:docMk/>
            <pc:sldMk cId="3503187607" sldId="271"/>
            <ac:grpSpMk id="50" creationId="{453E4DEE-E996-40F8-8635-0FF43D7348F9}"/>
          </ac:grpSpMkLst>
        </pc:grpChg>
        <pc:picChg chg="add del mod">
          <ac:chgData name="Medhansh Sankaran" userId="ce9ad4e1-ddcf-4bdf-bdfb-c7e0afc47393" providerId="ADAL" clId="{7BE87D85-4918-4782-AFB0-016275D3F363}" dt="2025-11-06T16:46:12.917" v="2552" actId="478"/>
          <ac:picMkLst>
            <pc:docMk/>
            <pc:sldMk cId="3503187607" sldId="271"/>
            <ac:picMk id="5" creationId="{D4E50FC5-EB0F-788D-B5BB-AB55850FA81D}"/>
          </ac:picMkLst>
        </pc:picChg>
        <pc:picChg chg="add mod">
          <ac:chgData name="Medhansh Sankaran" userId="ce9ad4e1-ddcf-4bdf-bdfb-c7e0afc47393" providerId="ADAL" clId="{7BE87D85-4918-4782-AFB0-016275D3F363}" dt="2025-11-06T22:33:39.132" v="2663" actId="26606"/>
          <ac:picMkLst>
            <pc:docMk/>
            <pc:sldMk cId="3503187607" sldId="271"/>
            <ac:picMk id="5" creationId="{FB2602A2-4026-3AEF-3D92-B18657CC0813}"/>
          </ac:picMkLst>
        </pc:picChg>
        <pc:picChg chg="add del mod">
          <ac:chgData name="Medhansh Sankaran" userId="ce9ad4e1-ddcf-4bdf-bdfb-c7e0afc47393" providerId="ADAL" clId="{7BE87D85-4918-4782-AFB0-016275D3F363}" dt="2025-11-06T22:33:25.634" v="2659" actId="478"/>
          <ac:picMkLst>
            <pc:docMk/>
            <pc:sldMk cId="3503187607" sldId="271"/>
            <ac:picMk id="6" creationId="{942096D7-9B77-0F7C-6B39-B840E03F0462}"/>
          </ac:picMkLst>
        </pc:picChg>
        <pc:picChg chg="add del">
          <ac:chgData name="Medhansh Sankaran" userId="ce9ad4e1-ddcf-4bdf-bdfb-c7e0afc47393" providerId="ADAL" clId="{7BE87D85-4918-4782-AFB0-016275D3F363}" dt="2025-11-06T16:46:16.276" v="2554" actId="26606"/>
          <ac:picMkLst>
            <pc:docMk/>
            <pc:sldMk cId="3503187607" sldId="271"/>
            <ac:picMk id="12" creationId="{FE6BA9E6-1D9E-4D30-B528-D49FA1342E4E}"/>
          </ac:picMkLst>
        </pc:picChg>
        <pc:picChg chg="add del">
          <ac:chgData name="Medhansh Sankaran" userId="ce9ad4e1-ddcf-4bdf-bdfb-c7e0afc47393" providerId="ADAL" clId="{7BE87D85-4918-4782-AFB0-016275D3F363}" dt="2025-11-06T22:33:39.132" v="2663" actId="26606"/>
          <ac:picMkLst>
            <pc:docMk/>
            <pc:sldMk cId="3503187607" sldId="271"/>
            <ac:picMk id="48" creationId="{FE6BA9E6-1D9E-4D30-B528-D49FA1342E4E}"/>
          </ac:picMkLst>
        </pc:picChg>
      </pc:sldChg>
      <pc:sldChg chg="new del">
        <pc:chgData name="Medhansh Sankaran" userId="ce9ad4e1-ddcf-4bdf-bdfb-c7e0afc47393" providerId="ADAL" clId="{7BE87D85-4918-4782-AFB0-016275D3F363}" dt="2025-11-06T23:11:55.421" v="2670" actId="2696"/>
        <pc:sldMkLst>
          <pc:docMk/>
          <pc:sldMk cId="3618560731" sldId="272"/>
        </pc:sldMkLst>
      </pc:sldChg>
      <pc:sldChg chg="new del">
        <pc:chgData name="Medhansh Sankaran" userId="ce9ad4e1-ddcf-4bdf-bdfb-c7e0afc47393" providerId="ADAL" clId="{7BE87D85-4918-4782-AFB0-016275D3F363}" dt="2025-11-06T23:11:57.641" v="2671" actId="2696"/>
        <pc:sldMkLst>
          <pc:docMk/>
          <pc:sldMk cId="3792885373" sldId="273"/>
        </pc:sldMkLst>
      </pc:sldChg>
      <pc:sldChg chg="new del">
        <pc:chgData name="Medhansh Sankaran" userId="ce9ad4e1-ddcf-4bdf-bdfb-c7e0afc47393" providerId="ADAL" clId="{7BE87D85-4918-4782-AFB0-016275D3F363}" dt="2025-11-06T23:11:59.515" v="2672" actId="2696"/>
        <pc:sldMkLst>
          <pc:docMk/>
          <pc:sldMk cId="3175481902" sldId="27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204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61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32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67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651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191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19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819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51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14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683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99432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5498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4891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1224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2968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036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732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Applying MLP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Medhansh Sankaran, Conrad Haslauer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56785-B399-6161-F9A7-D83BA9B92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E89D6-58C3-DB71-19C1-66B0463F1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Data: Demographic data covering working age adults across the world.</a:t>
            </a:r>
          </a:p>
          <a:p>
            <a:pPr lvl="1"/>
            <a:r>
              <a:rPr lang="en-US"/>
              <a:t>Predictor variables included age, class, marital status, education level, and more.</a:t>
            </a:r>
          </a:p>
          <a:p>
            <a:pPr lvl="1"/>
            <a:r>
              <a:rPr lang="en-US"/>
              <a:t>Target variable was a binary ‘income’ variable with two values: &gt;50k and &lt;=50k</a:t>
            </a:r>
          </a:p>
          <a:p>
            <a:r>
              <a:rPr lang="en-US"/>
              <a:t>All coding and programming was completed in Python through the Visual Studio Code interface.</a:t>
            </a:r>
          </a:p>
        </p:txBody>
      </p:sp>
    </p:spTree>
    <p:extLst>
      <p:ext uri="{BB962C8B-B14F-4D97-AF65-F5344CB8AC3E}">
        <p14:creationId xmlns:p14="http://schemas.microsoft.com/office/powerpoint/2010/main" val="2500859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C113195-43EA-4B6A-B281-C0458D926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3" name="Rectangle 12">
              <a:extLst>
                <a:ext uri="{FF2B5EF4-FFF2-40B4-BE49-F238E27FC236}">
                  <a16:creationId xmlns:a16="http://schemas.microsoft.com/office/drawing/2014/main" id="{27DEAF6E-67FE-4877-B38B-0F2BF78576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F60C980E-E723-46CF-9296-C7BBA4DB83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 xmlns:p14="http://schemas.microsoft.com/office/powerpoint/2010/main" xmlns:a16="http://schemas.microsoft.com/office/drawing/2014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8D36904-1712-4C81-B063-66E1D4777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40302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7" name="Rectangle 5">
              <a:extLst>
                <a:ext uri="{FF2B5EF4-FFF2-40B4-BE49-F238E27FC236}">
                  <a16:creationId xmlns:a16="http://schemas.microsoft.com/office/drawing/2014/main" id="{BEA28722-E2AF-4D8D-9E59-65B94630A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A279E077-7DAF-4B93-BE2C-98F6B13A1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E78603D6-020D-4269-95E5-2E17499DA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Rectangle 8">
              <a:extLst>
                <a:ext uri="{FF2B5EF4-FFF2-40B4-BE49-F238E27FC236}">
                  <a16:creationId xmlns:a16="http://schemas.microsoft.com/office/drawing/2014/main" id="{CE9500AA-AB8C-4023-967A-11555F0F48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1B716630-BD94-436E-9E9C-5D534092D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4CE6FCD2-8177-4A45-88ED-A2B986102D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E32BEED2-100A-48B2-B552-07B54EEC4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2">
              <a:extLst>
                <a:ext uri="{FF2B5EF4-FFF2-40B4-BE49-F238E27FC236}">
                  <a16:creationId xmlns:a16="http://schemas.microsoft.com/office/drawing/2014/main" id="{839DB29D-A8C6-484A-A747-14733D5B3C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B1A468B2-ABD1-447D-89DC-7A9CFBBCB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219C1A45-C8B0-48AE-B5A9-A1B40B43B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5">
              <a:extLst>
                <a:ext uri="{FF2B5EF4-FFF2-40B4-BE49-F238E27FC236}">
                  <a16:creationId xmlns:a16="http://schemas.microsoft.com/office/drawing/2014/main" id="{F2910D68-E982-47F7-A53C-ABA0CB34F7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C4B84BAD-BCB3-4BF2-8A3C-3391BF4AB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7">
              <a:extLst>
                <a:ext uri="{FF2B5EF4-FFF2-40B4-BE49-F238E27FC236}">
                  <a16:creationId xmlns:a16="http://schemas.microsoft.com/office/drawing/2014/main" id="{522D8CE7-E27B-4BAE-962D-AAC0D66E48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8">
              <a:extLst>
                <a:ext uri="{FF2B5EF4-FFF2-40B4-BE49-F238E27FC236}">
                  <a16:creationId xmlns:a16="http://schemas.microsoft.com/office/drawing/2014/main" id="{1042B4B5-2D6F-405A-A112-D5F96027E9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9">
              <a:extLst>
                <a:ext uri="{FF2B5EF4-FFF2-40B4-BE49-F238E27FC236}">
                  <a16:creationId xmlns:a16="http://schemas.microsoft.com/office/drawing/2014/main" id="{199F606E-DC72-4CAF-AFF2-58FA0121E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0">
              <a:extLst>
                <a:ext uri="{FF2B5EF4-FFF2-40B4-BE49-F238E27FC236}">
                  <a16:creationId xmlns:a16="http://schemas.microsoft.com/office/drawing/2014/main" id="{C949CB30-1690-4B14-954A-4FA9637C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1">
              <a:extLst>
                <a:ext uri="{FF2B5EF4-FFF2-40B4-BE49-F238E27FC236}">
                  <a16:creationId xmlns:a16="http://schemas.microsoft.com/office/drawing/2014/main" id="{84EE3B4E-AE37-4F27-B6AC-FF20B9BE33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2">
              <a:extLst>
                <a:ext uri="{FF2B5EF4-FFF2-40B4-BE49-F238E27FC236}">
                  <a16:creationId xmlns:a16="http://schemas.microsoft.com/office/drawing/2014/main" id="{798942D8-2074-4A7F-AD65-7564D8C3B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3">
              <a:extLst>
                <a:ext uri="{FF2B5EF4-FFF2-40B4-BE49-F238E27FC236}">
                  <a16:creationId xmlns:a16="http://schemas.microsoft.com/office/drawing/2014/main" id="{D4324684-C1DE-4AF8-B17D-917AD23FE6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4">
              <a:extLst>
                <a:ext uri="{FF2B5EF4-FFF2-40B4-BE49-F238E27FC236}">
                  <a16:creationId xmlns:a16="http://schemas.microsoft.com/office/drawing/2014/main" id="{A4C18B6C-86CE-40F9-919C-9490AD3E3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25">
              <a:extLst>
                <a:ext uri="{FF2B5EF4-FFF2-40B4-BE49-F238E27FC236}">
                  <a16:creationId xmlns:a16="http://schemas.microsoft.com/office/drawing/2014/main" id="{72DB2464-DEE2-4EB2-9FB2-46768EE680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26">
              <a:extLst>
                <a:ext uri="{FF2B5EF4-FFF2-40B4-BE49-F238E27FC236}">
                  <a16:creationId xmlns:a16="http://schemas.microsoft.com/office/drawing/2014/main" id="{56E24DAD-4831-4565-ACE0-E7FDBC6542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27">
              <a:extLst>
                <a:ext uri="{FF2B5EF4-FFF2-40B4-BE49-F238E27FC236}">
                  <a16:creationId xmlns:a16="http://schemas.microsoft.com/office/drawing/2014/main" id="{ADB70D91-E74C-433F-9BCD-587B93561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28">
              <a:extLst>
                <a:ext uri="{FF2B5EF4-FFF2-40B4-BE49-F238E27FC236}">
                  <a16:creationId xmlns:a16="http://schemas.microsoft.com/office/drawing/2014/main" id="{E982042F-EEF5-49A7-87B3-43F929699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29">
              <a:extLst>
                <a:ext uri="{FF2B5EF4-FFF2-40B4-BE49-F238E27FC236}">
                  <a16:creationId xmlns:a16="http://schemas.microsoft.com/office/drawing/2014/main" id="{54806968-8087-4915-B489-2BE793DD2A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0">
              <a:extLst>
                <a:ext uri="{FF2B5EF4-FFF2-40B4-BE49-F238E27FC236}">
                  <a16:creationId xmlns:a16="http://schemas.microsoft.com/office/drawing/2014/main" id="{A937487D-58AA-4E9D-966F-85938FA868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1">
              <a:extLst>
                <a:ext uri="{FF2B5EF4-FFF2-40B4-BE49-F238E27FC236}">
                  <a16:creationId xmlns:a16="http://schemas.microsoft.com/office/drawing/2014/main" id="{FDA6755A-0790-476D-86D7-F95215FADD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2">
              <a:extLst>
                <a:ext uri="{FF2B5EF4-FFF2-40B4-BE49-F238E27FC236}">
                  <a16:creationId xmlns:a16="http://schemas.microsoft.com/office/drawing/2014/main" id="{A951E2B3-F005-4EDC-B890-F93D63F12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Rectangle 33">
              <a:extLst>
                <a:ext uri="{FF2B5EF4-FFF2-40B4-BE49-F238E27FC236}">
                  <a16:creationId xmlns:a16="http://schemas.microsoft.com/office/drawing/2014/main" id="{466F4EF3-7ED2-4EC7-8F76-4AD87CD1E5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4">
              <a:extLst>
                <a:ext uri="{FF2B5EF4-FFF2-40B4-BE49-F238E27FC236}">
                  <a16:creationId xmlns:a16="http://schemas.microsoft.com/office/drawing/2014/main" id="{521BF1A3-D416-49F9-A1D2-4C7B3218B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5">
              <a:extLst>
                <a:ext uri="{FF2B5EF4-FFF2-40B4-BE49-F238E27FC236}">
                  <a16:creationId xmlns:a16="http://schemas.microsoft.com/office/drawing/2014/main" id="{F6C16CF8-3F09-4C17-94A6-42BCABB669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6">
              <a:extLst>
                <a:ext uri="{FF2B5EF4-FFF2-40B4-BE49-F238E27FC236}">
                  <a16:creationId xmlns:a16="http://schemas.microsoft.com/office/drawing/2014/main" id="{B667C1A8-CDB1-4FD0-A3F6-0E035C7CA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37">
              <a:extLst>
                <a:ext uri="{FF2B5EF4-FFF2-40B4-BE49-F238E27FC236}">
                  <a16:creationId xmlns:a16="http://schemas.microsoft.com/office/drawing/2014/main" id="{0B2B73AB-248E-49DB-8ED2-3FCB0A0D89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38">
              <a:extLst>
                <a:ext uri="{FF2B5EF4-FFF2-40B4-BE49-F238E27FC236}">
                  <a16:creationId xmlns:a16="http://schemas.microsoft.com/office/drawing/2014/main" id="{8411F083-5CD4-4569-BA08-059B5CA9A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39">
              <a:extLst>
                <a:ext uri="{FF2B5EF4-FFF2-40B4-BE49-F238E27FC236}">
                  <a16:creationId xmlns:a16="http://schemas.microsoft.com/office/drawing/2014/main" id="{AF78C2C2-8584-4B3B-9AF8-E7FF368FA7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40">
              <a:extLst>
                <a:ext uri="{FF2B5EF4-FFF2-40B4-BE49-F238E27FC236}">
                  <a16:creationId xmlns:a16="http://schemas.microsoft.com/office/drawing/2014/main" id="{40934674-5C07-4146-B556-4A271D9968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1">
              <a:extLst>
                <a:ext uri="{FF2B5EF4-FFF2-40B4-BE49-F238E27FC236}">
                  <a16:creationId xmlns:a16="http://schemas.microsoft.com/office/drawing/2014/main" id="{D970276A-A310-41DB-B917-D7D3465667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2">
              <a:extLst>
                <a:ext uri="{FF2B5EF4-FFF2-40B4-BE49-F238E27FC236}">
                  <a16:creationId xmlns:a16="http://schemas.microsoft.com/office/drawing/2014/main" id="{EEEC747F-78C5-4212-8ACE-BB4B7D2480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3">
              <a:extLst>
                <a:ext uri="{FF2B5EF4-FFF2-40B4-BE49-F238E27FC236}">
                  <a16:creationId xmlns:a16="http://schemas.microsoft.com/office/drawing/2014/main" id="{821AE83F-022D-41AF-A219-992ACE1E00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4">
              <a:extLst>
                <a:ext uri="{FF2B5EF4-FFF2-40B4-BE49-F238E27FC236}">
                  <a16:creationId xmlns:a16="http://schemas.microsoft.com/office/drawing/2014/main" id="{EF049934-C636-4279-91F0-ED3121923E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Rectangle 45">
              <a:extLst>
                <a:ext uri="{FF2B5EF4-FFF2-40B4-BE49-F238E27FC236}">
                  <a16:creationId xmlns:a16="http://schemas.microsoft.com/office/drawing/2014/main" id="{8588DF1D-2DD2-499F-9384-29C92277FA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46">
              <a:extLst>
                <a:ext uri="{FF2B5EF4-FFF2-40B4-BE49-F238E27FC236}">
                  <a16:creationId xmlns:a16="http://schemas.microsoft.com/office/drawing/2014/main" id="{DF555F2B-5E3D-438F-89A8-EABA91A72D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47">
              <a:extLst>
                <a:ext uri="{FF2B5EF4-FFF2-40B4-BE49-F238E27FC236}">
                  <a16:creationId xmlns:a16="http://schemas.microsoft.com/office/drawing/2014/main" id="{006B22A5-B971-42EE-9141-E65B4EF26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48">
              <a:extLst>
                <a:ext uri="{FF2B5EF4-FFF2-40B4-BE49-F238E27FC236}">
                  <a16:creationId xmlns:a16="http://schemas.microsoft.com/office/drawing/2014/main" id="{3AA529FD-59E0-4B70-94C1-D0541A632D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49">
              <a:extLst>
                <a:ext uri="{FF2B5EF4-FFF2-40B4-BE49-F238E27FC236}">
                  <a16:creationId xmlns:a16="http://schemas.microsoft.com/office/drawing/2014/main" id="{ABAFA9C1-3649-4F7F-81D0-69DF79195A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0">
              <a:extLst>
                <a:ext uri="{FF2B5EF4-FFF2-40B4-BE49-F238E27FC236}">
                  <a16:creationId xmlns:a16="http://schemas.microsoft.com/office/drawing/2014/main" id="{D3CCFACE-F8B9-45E4-8F31-797E1C677E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1">
              <a:extLst>
                <a:ext uri="{FF2B5EF4-FFF2-40B4-BE49-F238E27FC236}">
                  <a16:creationId xmlns:a16="http://schemas.microsoft.com/office/drawing/2014/main" id="{D9F7B9DB-1C45-4CD5-A025-F49F84F12D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2">
              <a:extLst>
                <a:ext uri="{FF2B5EF4-FFF2-40B4-BE49-F238E27FC236}">
                  <a16:creationId xmlns:a16="http://schemas.microsoft.com/office/drawing/2014/main" id="{3E76F16C-AE46-486F-B365-837F8E2AD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3">
              <a:extLst>
                <a:ext uri="{FF2B5EF4-FFF2-40B4-BE49-F238E27FC236}">
                  <a16:creationId xmlns:a16="http://schemas.microsoft.com/office/drawing/2014/main" id="{1B26D62F-5620-4D58-B99D-D4149B7D2D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54">
              <a:extLst>
                <a:ext uri="{FF2B5EF4-FFF2-40B4-BE49-F238E27FC236}">
                  <a16:creationId xmlns:a16="http://schemas.microsoft.com/office/drawing/2014/main" id="{D7E1F06E-43A3-4960-A8A9-5B5FF2D1E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55">
              <a:extLst>
                <a:ext uri="{FF2B5EF4-FFF2-40B4-BE49-F238E27FC236}">
                  <a16:creationId xmlns:a16="http://schemas.microsoft.com/office/drawing/2014/main" id="{67976099-4433-463C-A8CB-2B2E9522B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56">
              <a:extLst>
                <a:ext uri="{FF2B5EF4-FFF2-40B4-BE49-F238E27FC236}">
                  <a16:creationId xmlns:a16="http://schemas.microsoft.com/office/drawing/2014/main" id="{48D4F79B-7C11-4960-8519-A1987A346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57">
              <a:extLst>
                <a:ext uri="{FF2B5EF4-FFF2-40B4-BE49-F238E27FC236}">
                  <a16:creationId xmlns:a16="http://schemas.microsoft.com/office/drawing/2014/main" id="{701CA4FF-5ECD-40A8-8795-F72A2EF6F8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58">
              <a:extLst>
                <a:ext uri="{FF2B5EF4-FFF2-40B4-BE49-F238E27FC236}">
                  <a16:creationId xmlns:a16="http://schemas.microsoft.com/office/drawing/2014/main" id="{7593ABCC-9855-4EB5-9344-0FA5E1F20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0872678-52DE-4D35-5DA6-908C6BF8B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353" y="618518"/>
            <a:ext cx="4413736" cy="1478570"/>
          </a:xfrm>
        </p:spPr>
        <p:txBody>
          <a:bodyPr>
            <a:normAutofit/>
          </a:bodyPr>
          <a:lstStyle/>
          <a:p>
            <a:r>
              <a:rPr lang="en-US"/>
              <a:t>Stage 1: Data Preprocessing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AA7776D-EB09-1564-84B6-49AF759A0A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194"/>
          <a:stretch>
            <a:fillRect/>
          </a:stretch>
        </p:blipFill>
        <p:spPr>
          <a:xfrm>
            <a:off x="-5597" y="1"/>
            <a:ext cx="6101597" cy="3427413"/>
          </a:xfrm>
          <a:custGeom>
            <a:avLst/>
            <a:gdLst/>
            <a:ahLst/>
            <a:cxnLst/>
            <a:rect l="l" t="t" r="r" b="b"/>
            <a:pathLst>
              <a:path w="6101597" h="3427413">
                <a:moveTo>
                  <a:pt x="0" y="0"/>
                </a:moveTo>
                <a:lnTo>
                  <a:pt x="6101597" y="0"/>
                </a:lnTo>
                <a:lnTo>
                  <a:pt x="6101597" y="3427413"/>
                </a:lnTo>
                <a:lnTo>
                  <a:pt x="0" y="3427413"/>
                </a:lnTo>
                <a:close/>
              </a:path>
            </a:pathLst>
          </a:custGeom>
        </p:spPr>
      </p:pic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2401FE-CEA5-86DD-B8BB-37C9B15BD85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477"/>
          <a:stretch>
            <a:fillRect/>
          </a:stretch>
        </p:blipFill>
        <p:spPr>
          <a:xfrm>
            <a:off x="-5597" y="3427414"/>
            <a:ext cx="6101597" cy="3430587"/>
          </a:xfrm>
          <a:custGeom>
            <a:avLst/>
            <a:gdLst/>
            <a:ahLst/>
            <a:cxnLst/>
            <a:rect l="l" t="t" r="r" b="b"/>
            <a:pathLst>
              <a:path w="6101597" h="3430587">
                <a:moveTo>
                  <a:pt x="0" y="0"/>
                </a:moveTo>
                <a:lnTo>
                  <a:pt x="6101597" y="0"/>
                </a:lnTo>
                <a:lnTo>
                  <a:pt x="6101597" y="3430587"/>
                </a:lnTo>
                <a:lnTo>
                  <a:pt x="0" y="3430587"/>
                </a:lnTo>
                <a:close/>
              </a:path>
            </a:pathLst>
          </a:cu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674085-E781-2069-3933-9F22B1ABE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5352" y="2249487"/>
            <a:ext cx="4413737" cy="3541714"/>
          </a:xfrm>
        </p:spPr>
        <p:txBody>
          <a:bodyPr>
            <a:normAutofit/>
          </a:bodyPr>
          <a:lstStyle/>
          <a:p>
            <a:r>
              <a:rPr lang="en-US"/>
              <a:t>Dropped ID column</a:t>
            </a:r>
          </a:p>
          <a:p>
            <a:r>
              <a:rPr lang="en-US"/>
              <a:t>Used label encoding on categorical variables.</a:t>
            </a:r>
          </a:p>
          <a:p>
            <a:r>
              <a:rPr lang="en-US"/>
              <a:t>Did not drop </a:t>
            </a:r>
            <a:r>
              <a:rPr lang="en-US" err="1"/>
              <a:t>NaN</a:t>
            </a:r>
            <a:r>
              <a:rPr lang="en-US"/>
              <a:t> and ? values.</a:t>
            </a:r>
          </a:p>
          <a:p>
            <a:pPr lvl="1"/>
            <a:r>
              <a:rPr lang="en-US"/>
              <a:t>Previous project experience explains why.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B1ACDB1-A7EB-4159-B316-A230683B7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3354" y="-464"/>
            <a:ext cx="2646" cy="6858465"/>
          </a:xfrm>
          <a:prstGeom prst="line">
            <a:avLst/>
          </a:prstGeom>
          <a:solidFill>
            <a:schemeClr val="tx2">
              <a:alpha val="60000"/>
            </a:schemeClr>
          </a:solidFill>
          <a:ln w="19050">
            <a:solidFill>
              <a:schemeClr val="tx2">
                <a:alpha val="60000"/>
              </a:schemeClr>
            </a:solidFill>
          </a:ln>
          <a:effectLst>
            <a:outerShdw blurRad="50800" dist="38100" dir="2700000" algn="tl" rotWithShape="0">
              <a:srgbClr val="000000">
                <a:alpha val="58000"/>
              </a:srgbClr>
            </a:outerShdw>
          </a:effectLst>
        </p:spPr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A825E81-DC4F-4A95-86BA-8FD9D6388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5597" y="3427414"/>
            <a:ext cx="6101597" cy="0"/>
          </a:xfrm>
          <a:prstGeom prst="line">
            <a:avLst/>
          </a:prstGeom>
          <a:solidFill>
            <a:schemeClr val="tx2">
              <a:alpha val="60000"/>
            </a:schemeClr>
          </a:solidFill>
          <a:ln w="19050">
            <a:solidFill>
              <a:schemeClr val="tx2">
                <a:alpha val="60000"/>
              </a:schemeClr>
            </a:solidFill>
          </a:ln>
          <a:effectLst>
            <a:outerShdw blurRad="50800" dist="38100" dir="2700000" algn="tl" rotWithShape="0">
              <a:srgbClr val="000000">
                <a:alpha val="58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921055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08B5D-B7C0-6FEA-61AA-AEC800239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5894387" cy="1478570"/>
          </a:xfrm>
        </p:spPr>
        <p:txBody>
          <a:bodyPr anchor="b">
            <a:normAutofit/>
          </a:bodyPr>
          <a:lstStyle/>
          <a:p>
            <a:r>
              <a:rPr lang="en-US"/>
              <a:t>Stage 1: 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EC025-6FE4-9E29-69C3-A78724681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5894388" cy="3541714"/>
          </a:xfrm>
        </p:spPr>
        <p:txBody>
          <a:bodyPr>
            <a:normAutofit/>
          </a:bodyPr>
          <a:lstStyle/>
          <a:p>
            <a:r>
              <a:rPr lang="en-US" dirty="0"/>
              <a:t>Slightly altered existing code to ensure </a:t>
            </a:r>
            <a:r>
              <a:rPr lang="en-US" dirty="0" err="1"/>
              <a:t>NaN</a:t>
            </a:r>
            <a:r>
              <a:rPr lang="en-US" dirty="0"/>
              <a:t> and ? were not dropped.</a:t>
            </a:r>
          </a:p>
          <a:p>
            <a:r>
              <a:rPr lang="en-US" dirty="0"/>
              <a:t>Scaled numerical features to a standardized distribution to </a:t>
            </a:r>
            <a:r>
              <a:rPr lang="en-US"/>
              <a:t>avoid overfitting.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D4E5EE-DF69-A942-0DFD-DD08629AF9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8882" b="1"/>
          <a:stretch>
            <a:fillRect/>
          </a:stretch>
        </p:blipFill>
        <p:spPr>
          <a:xfrm>
            <a:off x="7619998" y="780235"/>
            <a:ext cx="3425199" cy="4840332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27679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158F2-CA11-657D-CF02-0F1B8A8B4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Stage 2: </a:t>
            </a:r>
            <a:r>
              <a:rPr lang="en-US" err="1"/>
              <a:t>INITial</a:t>
            </a:r>
            <a:r>
              <a:rPr lang="en-US"/>
              <a:t> Training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C140A5-B8B4-B832-8DCB-2FA2B80DC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1783976"/>
            <a:ext cx="3883797" cy="49709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7CDAC9-DE30-3587-524A-B385DE13D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387" y="3319782"/>
            <a:ext cx="6091782" cy="189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921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F7C6E-7216-F1E8-6910-D06DE543D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/>
              <a:t>Stage 3: Model tuning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2602A2-4026-3AEF-3D92-B18657CC0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11" y="3578835"/>
            <a:ext cx="4689234" cy="890954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A2EBE-2304-960F-44CB-905C803BA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6727" y="2249487"/>
            <a:ext cx="4710683" cy="3541714"/>
          </a:xfrm>
        </p:spPr>
        <p:txBody>
          <a:bodyPr>
            <a:normAutofit/>
          </a:bodyPr>
          <a:lstStyle/>
          <a:p>
            <a:r>
              <a:rPr lang="en-US"/>
              <a:t>Utilized multiple combinations of parameters.</a:t>
            </a:r>
          </a:p>
          <a:p>
            <a:pPr lvl="1"/>
            <a:r>
              <a:rPr lang="en-US"/>
              <a:t>Number of Hidden Layers</a:t>
            </a:r>
          </a:p>
          <a:p>
            <a:pPr lvl="1"/>
            <a:r>
              <a:rPr lang="en-US"/>
              <a:t>Learning Rate</a:t>
            </a:r>
          </a:p>
          <a:p>
            <a:pPr lvl="1"/>
            <a:r>
              <a:rPr lang="en-US"/>
              <a:t>Batch Size</a:t>
            </a:r>
          </a:p>
          <a:p>
            <a:pPr lvl="1"/>
            <a:r>
              <a:rPr lang="en-US"/>
              <a:t>Number of Epochs</a:t>
            </a:r>
          </a:p>
          <a:p>
            <a:pPr lvl="1"/>
            <a:r>
              <a:rPr lang="en-US"/>
              <a:t>Activation Function</a:t>
            </a:r>
          </a:p>
        </p:txBody>
      </p:sp>
    </p:spTree>
    <p:extLst>
      <p:ext uri="{BB962C8B-B14F-4D97-AF65-F5344CB8AC3E}">
        <p14:creationId xmlns:p14="http://schemas.microsoft.com/office/powerpoint/2010/main" val="3503187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3CEB0C-2257-CC42-139A-F10D0F409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12">
            <a:extLst>
              <a:ext uri="{FF2B5EF4-FFF2-40B4-BE49-F238E27FC236}">
                <a16:creationId xmlns:a16="http://schemas.microsoft.com/office/drawing/2014/main" id="{9775AF3B-5284-4B97-9BB7-55C6FB369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0F1F7ED-DA39-478F-85DA-317DE0894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1902285" cy="6858001"/>
            <a:chOff x="0" y="0"/>
            <a:chExt cx="11902285" cy="6858001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1DAE5903-52E8-4F25-8473-93EF48377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28" name="Rectangle 5">
                <a:extLst>
                  <a:ext uri="{FF2B5EF4-FFF2-40B4-BE49-F238E27FC236}">
                    <a16:creationId xmlns:a16="http://schemas.microsoft.com/office/drawing/2014/main" id="{894835C1-32DE-4571-AD10-28D58CB8CF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" name="Freeform 6">
                <a:extLst>
                  <a:ext uri="{FF2B5EF4-FFF2-40B4-BE49-F238E27FC236}">
                    <a16:creationId xmlns:a16="http://schemas.microsoft.com/office/drawing/2014/main" id="{097A5B92-0B48-4251-9764-D34DF88920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" name="Freeform 7">
                <a:extLst>
                  <a:ext uri="{FF2B5EF4-FFF2-40B4-BE49-F238E27FC236}">
                    <a16:creationId xmlns:a16="http://schemas.microsoft.com/office/drawing/2014/main" id="{E222BF19-57E7-43F3-A2B9-2398BEF966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Freeform 8">
                <a:extLst>
                  <a:ext uri="{FF2B5EF4-FFF2-40B4-BE49-F238E27FC236}">
                    <a16:creationId xmlns:a16="http://schemas.microsoft.com/office/drawing/2014/main" id="{60C8836E-B7D9-48A9-8FD9-4CC52AF44D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" name="Freeform 9">
                <a:extLst>
                  <a:ext uri="{FF2B5EF4-FFF2-40B4-BE49-F238E27FC236}">
                    <a16:creationId xmlns:a16="http://schemas.microsoft.com/office/drawing/2014/main" id="{8504740E-456D-4FB9-9520-4317CCFA71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" name="Freeform 10">
                <a:extLst>
                  <a:ext uri="{FF2B5EF4-FFF2-40B4-BE49-F238E27FC236}">
                    <a16:creationId xmlns:a16="http://schemas.microsoft.com/office/drawing/2014/main" id="{1563A7B4-B1D5-4F93-AFF9-2EB78655FC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" name="Freeform 11">
                <a:extLst>
                  <a:ext uri="{FF2B5EF4-FFF2-40B4-BE49-F238E27FC236}">
                    <a16:creationId xmlns:a16="http://schemas.microsoft.com/office/drawing/2014/main" id="{D139ED24-FA37-4470-8B42-D0D00EDE14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" name="Freeform 12">
                <a:extLst>
                  <a:ext uri="{FF2B5EF4-FFF2-40B4-BE49-F238E27FC236}">
                    <a16:creationId xmlns:a16="http://schemas.microsoft.com/office/drawing/2014/main" id="{48825AA7-BB26-45C2-93A2-1AD8D9A232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" name="Freeform 13">
                <a:extLst>
                  <a:ext uri="{FF2B5EF4-FFF2-40B4-BE49-F238E27FC236}">
                    <a16:creationId xmlns:a16="http://schemas.microsoft.com/office/drawing/2014/main" id="{A98D0B91-D4E4-402D-8234-E96987219E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" name="Freeform 14">
                <a:extLst>
                  <a:ext uri="{FF2B5EF4-FFF2-40B4-BE49-F238E27FC236}">
                    <a16:creationId xmlns:a16="http://schemas.microsoft.com/office/drawing/2014/main" id="{94F1DB97-3769-4DA5-9F45-47132C3125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" name="Freeform 15">
                <a:extLst>
                  <a:ext uri="{FF2B5EF4-FFF2-40B4-BE49-F238E27FC236}">
                    <a16:creationId xmlns:a16="http://schemas.microsoft.com/office/drawing/2014/main" id="{A9BC86E2-B185-4D80-81B5-A8D387E67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" name="Line 16">
                <a:extLst>
                  <a:ext uri="{FF2B5EF4-FFF2-40B4-BE49-F238E27FC236}">
                    <a16:creationId xmlns:a16="http://schemas.microsoft.com/office/drawing/2014/main" id="{FA773F49-8CD0-46DC-B986-F2DB57BD72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" name="Freeform 17">
                <a:extLst>
                  <a:ext uri="{FF2B5EF4-FFF2-40B4-BE49-F238E27FC236}">
                    <a16:creationId xmlns:a16="http://schemas.microsoft.com/office/drawing/2014/main" id="{8C55A009-3401-4888-93C7-4ED51CBC64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" name="Freeform 18">
                <a:extLst>
                  <a:ext uri="{FF2B5EF4-FFF2-40B4-BE49-F238E27FC236}">
                    <a16:creationId xmlns:a16="http://schemas.microsoft.com/office/drawing/2014/main" id="{10B44829-5BB5-48C5-8492-699971FE78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" name="Freeform 19">
                <a:extLst>
                  <a:ext uri="{FF2B5EF4-FFF2-40B4-BE49-F238E27FC236}">
                    <a16:creationId xmlns:a16="http://schemas.microsoft.com/office/drawing/2014/main" id="{30C1F9A0-4FA6-4F6F-B2D0-A1BBA41DFC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" name="Freeform 20">
                <a:extLst>
                  <a:ext uri="{FF2B5EF4-FFF2-40B4-BE49-F238E27FC236}">
                    <a16:creationId xmlns:a16="http://schemas.microsoft.com/office/drawing/2014/main" id="{01BF274F-C7B8-44B4-A183-307D8619D2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" name="Rectangle 21">
                <a:extLst>
                  <a:ext uri="{FF2B5EF4-FFF2-40B4-BE49-F238E27FC236}">
                    <a16:creationId xmlns:a16="http://schemas.microsoft.com/office/drawing/2014/main" id="{037E8930-0F22-4558-9432-F18953E32A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" name="Freeform 22">
                <a:extLst>
                  <a:ext uri="{FF2B5EF4-FFF2-40B4-BE49-F238E27FC236}">
                    <a16:creationId xmlns:a16="http://schemas.microsoft.com/office/drawing/2014/main" id="{9AFC3429-FF29-47FF-A4A8-317A979DB9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" name="Freeform 23">
                <a:extLst>
                  <a:ext uri="{FF2B5EF4-FFF2-40B4-BE49-F238E27FC236}">
                    <a16:creationId xmlns:a16="http://schemas.microsoft.com/office/drawing/2014/main" id="{91D48543-2C05-4768-80B1-ECA6F88508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" name="Freeform 24">
                <a:extLst>
                  <a:ext uri="{FF2B5EF4-FFF2-40B4-BE49-F238E27FC236}">
                    <a16:creationId xmlns:a16="http://schemas.microsoft.com/office/drawing/2014/main" id="{3AC527CC-154C-4370-A25B-74AC5B4A6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" name="Freeform 25">
                <a:extLst>
                  <a:ext uri="{FF2B5EF4-FFF2-40B4-BE49-F238E27FC236}">
                    <a16:creationId xmlns:a16="http://schemas.microsoft.com/office/drawing/2014/main" id="{798B18F5-51C9-4E50-95C5-A850EF5398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" name="Freeform 26">
                <a:extLst>
                  <a:ext uri="{FF2B5EF4-FFF2-40B4-BE49-F238E27FC236}">
                    <a16:creationId xmlns:a16="http://schemas.microsoft.com/office/drawing/2014/main" id="{15B4CF27-638C-4979-B0FD-6263E13074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" name="Freeform 27">
                <a:extLst>
                  <a:ext uri="{FF2B5EF4-FFF2-40B4-BE49-F238E27FC236}">
                    <a16:creationId xmlns:a16="http://schemas.microsoft.com/office/drawing/2014/main" id="{236C6A22-48A2-4442-B82D-30DB498272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" name="Freeform 28">
                <a:extLst>
                  <a:ext uri="{FF2B5EF4-FFF2-40B4-BE49-F238E27FC236}">
                    <a16:creationId xmlns:a16="http://schemas.microsoft.com/office/drawing/2014/main" id="{1BB7BCE1-0D99-412E-ABA6-81412638E9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" name="Freeform 29">
                <a:extLst>
                  <a:ext uri="{FF2B5EF4-FFF2-40B4-BE49-F238E27FC236}">
                    <a16:creationId xmlns:a16="http://schemas.microsoft.com/office/drawing/2014/main" id="{C20E57E0-0912-44F2-93DA-75E4D13F3B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" name="Freeform 30">
                <a:extLst>
                  <a:ext uri="{FF2B5EF4-FFF2-40B4-BE49-F238E27FC236}">
                    <a16:creationId xmlns:a16="http://schemas.microsoft.com/office/drawing/2014/main" id="{DF059390-54ED-44F4-983F-92FF36AD94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" name="Freeform 31">
                <a:extLst>
                  <a:ext uri="{FF2B5EF4-FFF2-40B4-BE49-F238E27FC236}">
                    <a16:creationId xmlns:a16="http://schemas.microsoft.com/office/drawing/2014/main" id="{42D5E9ED-595D-443D-8CDC-D8FCD4021D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DB14A457-C54A-4F1E-91FB-0FEE49877D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227597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8" name="Freeform 32">
                <a:extLst>
                  <a:ext uri="{FF2B5EF4-FFF2-40B4-BE49-F238E27FC236}">
                    <a16:creationId xmlns:a16="http://schemas.microsoft.com/office/drawing/2014/main" id="{791F3E2E-D393-464E-84B4-9B30D071AD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Freeform 33">
                <a:extLst>
                  <a:ext uri="{FF2B5EF4-FFF2-40B4-BE49-F238E27FC236}">
                    <a16:creationId xmlns:a16="http://schemas.microsoft.com/office/drawing/2014/main" id="{EBEEAD6F-6425-4F85-A8A8-4FF19A909B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" name="Freeform 34">
                <a:extLst>
                  <a:ext uri="{FF2B5EF4-FFF2-40B4-BE49-F238E27FC236}">
                    <a16:creationId xmlns:a16="http://schemas.microsoft.com/office/drawing/2014/main" id="{8AACA44E-9D6C-4708-8D61-D767B6620B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" name="Freeform 35">
                <a:extLst>
                  <a:ext uri="{FF2B5EF4-FFF2-40B4-BE49-F238E27FC236}">
                    <a16:creationId xmlns:a16="http://schemas.microsoft.com/office/drawing/2014/main" id="{B6E3525F-9937-463E-872C-8EB7C62D10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" name="Freeform 36">
                <a:extLst>
                  <a:ext uri="{FF2B5EF4-FFF2-40B4-BE49-F238E27FC236}">
                    <a16:creationId xmlns:a16="http://schemas.microsoft.com/office/drawing/2014/main" id="{BE829B0B-C602-40F1-81D1-A55332343D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" name="Freeform 37">
                <a:extLst>
                  <a:ext uri="{FF2B5EF4-FFF2-40B4-BE49-F238E27FC236}">
                    <a16:creationId xmlns:a16="http://schemas.microsoft.com/office/drawing/2014/main" id="{92660531-24B5-4B97-A4A2-64686E235D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" name="Freeform 38">
                <a:extLst>
                  <a:ext uri="{FF2B5EF4-FFF2-40B4-BE49-F238E27FC236}">
                    <a16:creationId xmlns:a16="http://schemas.microsoft.com/office/drawing/2014/main" id="{6242D0CE-6FFD-4D17-AC26-BD3E481195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Freeform 39">
                <a:extLst>
                  <a:ext uri="{FF2B5EF4-FFF2-40B4-BE49-F238E27FC236}">
                    <a16:creationId xmlns:a16="http://schemas.microsoft.com/office/drawing/2014/main" id="{61631F37-AF37-4DB9-8D98-A08586C766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" name="Freeform 40">
                <a:extLst>
                  <a:ext uri="{FF2B5EF4-FFF2-40B4-BE49-F238E27FC236}">
                    <a16:creationId xmlns:a16="http://schemas.microsoft.com/office/drawing/2014/main" id="{2A2597FF-2F22-40BB-A7B3-19C4DFCFFA0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" name="Rectangle 41">
                <a:extLst>
                  <a:ext uri="{FF2B5EF4-FFF2-40B4-BE49-F238E27FC236}">
                    <a16:creationId xmlns:a16="http://schemas.microsoft.com/office/drawing/2014/main" id="{DCC8773C-0113-4046-B222-C8F4080AF3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pic>
        <p:nvPicPr>
          <p:cNvPr id="156" name="Picture 2">
            <a:extLst>
              <a:ext uri="{FF2B5EF4-FFF2-40B4-BE49-F238E27FC236}">
                <a16:creationId xmlns:a16="http://schemas.microsoft.com/office/drawing/2014/main" id="{1B17CCE2-CEEF-40CA-8C4D-0DC2DCA78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C17734-1E32-B53D-4D47-53878977E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957" y="618518"/>
            <a:ext cx="4747088" cy="147857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Final model</a:t>
            </a:r>
          </a:p>
        </p:txBody>
      </p:sp>
      <p:sp useBgFill="1">
        <p:nvSpPr>
          <p:cNvPr id="158" name="Round Diagonal Corner Rectangle 9">
            <a:extLst>
              <a:ext uri="{FF2B5EF4-FFF2-40B4-BE49-F238E27FC236}">
                <a16:creationId xmlns:a16="http://schemas.microsoft.com/office/drawing/2014/main" id="{66D4F5BA-1D71-49B2-8A7F-6B4EB94D7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50" y="808057"/>
            <a:ext cx="5286376" cy="5234394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90FCD3-15FB-18BF-FAFF-A71B7964E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988" y="1385581"/>
            <a:ext cx="4635583" cy="4090901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205CD25-8A4E-6B54-832D-C68B6F149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9957" y="2249487"/>
            <a:ext cx="4747087" cy="354171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en-US" cap="all">
                <a:solidFill>
                  <a:srgbClr val="FFFFFF"/>
                </a:solidFill>
              </a:rPr>
              <a:t>CV accuracy: 0.8431</a:t>
            </a:r>
          </a:p>
          <a:p>
            <a:pPr>
              <a:lnSpc>
                <a:spcPct val="110000"/>
              </a:lnSpc>
            </a:pPr>
            <a:r>
              <a:rPr lang="en-US" cap="all">
                <a:solidFill>
                  <a:srgbClr val="FFFFFF"/>
                </a:solidFill>
              </a:rPr>
              <a:t>Test Accuracy: 0.8401</a:t>
            </a:r>
          </a:p>
          <a:p>
            <a:pPr lvl="1">
              <a:lnSpc>
                <a:spcPct val="110000"/>
              </a:lnSpc>
            </a:pPr>
            <a:r>
              <a:rPr lang="en-US" cap="all">
                <a:solidFill>
                  <a:srgbClr val="FFFFFF"/>
                </a:solidFill>
              </a:rPr>
              <a:t>Best activation: sigmoid</a:t>
            </a:r>
          </a:p>
          <a:p>
            <a:pPr lvl="1">
              <a:lnSpc>
                <a:spcPct val="110000"/>
              </a:lnSpc>
            </a:pPr>
            <a:r>
              <a:rPr lang="en-US" cap="all">
                <a:solidFill>
                  <a:srgbClr val="FFFFFF"/>
                </a:solidFill>
              </a:rPr>
              <a:t>Best num Hidden Layers: 128</a:t>
            </a:r>
          </a:p>
          <a:p>
            <a:pPr lvl="1">
              <a:lnSpc>
                <a:spcPct val="110000"/>
              </a:lnSpc>
            </a:pPr>
            <a:r>
              <a:rPr lang="en-US" cap="all">
                <a:solidFill>
                  <a:srgbClr val="FFFFFF"/>
                </a:solidFill>
              </a:rPr>
              <a:t>Best learning rate: 0.05</a:t>
            </a:r>
          </a:p>
          <a:p>
            <a:pPr lvl="1">
              <a:lnSpc>
                <a:spcPct val="110000"/>
              </a:lnSpc>
            </a:pPr>
            <a:r>
              <a:rPr lang="en-US" cap="all">
                <a:solidFill>
                  <a:srgbClr val="FFFFFF"/>
                </a:solidFill>
              </a:rPr>
              <a:t>Best batch size: 32</a:t>
            </a:r>
          </a:p>
          <a:p>
            <a:pPr lvl="1">
              <a:lnSpc>
                <a:spcPct val="110000"/>
              </a:lnSpc>
            </a:pPr>
            <a:r>
              <a:rPr lang="en-US" cap="all">
                <a:solidFill>
                  <a:srgbClr val="FFFFFF"/>
                </a:solidFill>
              </a:rPr>
              <a:t>Best num epochs: 40</a:t>
            </a:r>
          </a:p>
          <a:p>
            <a:pPr lvl="1">
              <a:lnSpc>
                <a:spcPct val="110000"/>
              </a:lnSpc>
            </a:pPr>
            <a:r>
              <a:rPr lang="en-US" cap="all">
                <a:solidFill>
                  <a:srgbClr val="FFFFFF"/>
                </a:solidFill>
              </a:rPr>
              <a:t>Output activation: softmax</a:t>
            </a:r>
          </a:p>
        </p:txBody>
      </p:sp>
    </p:spTree>
    <p:extLst>
      <p:ext uri="{BB962C8B-B14F-4D97-AF65-F5344CB8AC3E}">
        <p14:creationId xmlns:p14="http://schemas.microsoft.com/office/powerpoint/2010/main" val="1839574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411C5-8B5E-0688-52AA-67ECFD8E3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Stage 4: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AC520-BF2C-87D2-BBE8-D2552D6CF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10871"/>
            <a:ext cx="9905999" cy="46750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How did we choose the architecture for the model?</a:t>
            </a:r>
          </a:p>
          <a:p>
            <a:pPr lvl="1"/>
            <a:r>
              <a:rPr lang="en-US"/>
              <a:t>We selected a single hidden layer because the data was well structured and tabular. Excessive layers would have diminished the effectiveness of the model.</a:t>
            </a:r>
          </a:p>
          <a:p>
            <a:pPr lvl="1"/>
            <a:r>
              <a:rPr lang="en-US"/>
              <a:t>We choose nonlinear activation functions like </a:t>
            </a:r>
            <a:r>
              <a:rPr lang="en-US" err="1"/>
              <a:t>ReLU</a:t>
            </a:r>
            <a:r>
              <a:rPr lang="en-US"/>
              <a:t>, </a:t>
            </a:r>
            <a:r>
              <a:rPr lang="en-US" err="1"/>
              <a:t>TanH</a:t>
            </a:r>
            <a:r>
              <a:rPr lang="en-US"/>
              <a:t>, and Sigmoid because they were able to capture the more complex nonlinear relationships that could exist between demographics and income.</a:t>
            </a:r>
          </a:p>
          <a:p>
            <a:r>
              <a:rPr lang="en-US"/>
              <a:t>How did we monitor and mitigate overfitting?</a:t>
            </a:r>
          </a:p>
          <a:p>
            <a:pPr lvl="1"/>
            <a:r>
              <a:rPr lang="en-US"/>
              <a:t>We made sure to use </a:t>
            </a:r>
            <a:r>
              <a:rPr lang="en-US" err="1"/>
              <a:t>GridSearchCV</a:t>
            </a:r>
            <a:r>
              <a:rPr lang="en-US"/>
              <a:t> methods with validation sets to ensure that test accuracy and validation accuracy lined up well.</a:t>
            </a:r>
          </a:p>
          <a:p>
            <a:pPr lvl="1"/>
            <a:r>
              <a:rPr lang="en-US"/>
              <a:t>We also employed some other techniques, such as limited epochs, regularization by architecture, and feature scaling to mitigate overfitting.</a:t>
            </a:r>
          </a:p>
        </p:txBody>
      </p:sp>
    </p:spTree>
    <p:extLst>
      <p:ext uri="{BB962C8B-B14F-4D97-AF65-F5344CB8AC3E}">
        <p14:creationId xmlns:p14="http://schemas.microsoft.com/office/powerpoint/2010/main" val="1387101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142E9-0552-5A52-6B82-0A9D5C469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Stage 4: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6776D-5F7F-5A1E-8634-BE3BDD1D6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958788"/>
            <a:ext cx="9905999" cy="45675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What ethical concerns can arise from deploying models trained on these datasets?</a:t>
            </a:r>
          </a:p>
          <a:p>
            <a:pPr lvl="1"/>
            <a:r>
              <a:rPr lang="en-US"/>
              <a:t>Since this dataset contains sensitive information on race, gender, and other descriptors, its use can cause algorithmic bias against certain groups.</a:t>
            </a:r>
          </a:p>
          <a:p>
            <a:pPr lvl="1"/>
            <a:r>
              <a:rPr lang="en-US"/>
              <a:t>Model outputs could reinforce discrimination and bias, affect demographics disproportionately, and/or create privacy issues.</a:t>
            </a:r>
          </a:p>
          <a:p>
            <a:r>
              <a:rPr lang="en-US"/>
              <a:t>Why are activation functions necessary?</a:t>
            </a:r>
          </a:p>
          <a:p>
            <a:pPr lvl="1"/>
            <a:r>
              <a:rPr lang="en-US"/>
              <a:t>They allow the model to make decisions based on criteria.</a:t>
            </a:r>
          </a:p>
          <a:p>
            <a:pPr lvl="1"/>
            <a:r>
              <a:rPr lang="en-US"/>
              <a:t>More complex activation functions allow the model to learn complex decision boundaries and capture relationships between nonlinearly separable features in the data.</a:t>
            </a:r>
          </a:p>
        </p:txBody>
      </p:sp>
    </p:spTree>
    <p:extLst>
      <p:ext uri="{BB962C8B-B14F-4D97-AF65-F5344CB8AC3E}">
        <p14:creationId xmlns:p14="http://schemas.microsoft.com/office/powerpoint/2010/main" val="1522032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014050-329D-9658-D91E-BD209271B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A165DD-CBDD-7ACF-D7DA-8776F261B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534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980AF668775C489F286D3ACC930043" ma:contentTypeVersion="7" ma:contentTypeDescription="Create a new document." ma:contentTypeScope="" ma:versionID="b555497d14daf1df239a8f762dfdce69">
  <xsd:schema xmlns:xsd="http://www.w3.org/2001/XMLSchema" xmlns:xs="http://www.w3.org/2001/XMLSchema" xmlns:p="http://schemas.microsoft.com/office/2006/metadata/properties" xmlns:ns2="1f16dbf7-1624-42b0-94f0-c170d6d8c99c" targetNamespace="http://schemas.microsoft.com/office/2006/metadata/properties" ma:root="true" ma:fieldsID="f78ded8d3f358ccdc0ab2f792a474342" ns2:_="">
    <xsd:import namespace="1f16dbf7-1624-42b0-94f0-c170d6d8c9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16dbf7-1624-42b0-94f0-c170d6d8c9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8DFB757-BED5-4056-937F-828554F45A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05665E-3194-4B14-A285-5C02E0B7ED8B}">
  <ds:schemaRefs>
    <ds:schemaRef ds:uri="1f16dbf7-1624-42b0-94f0-c170d6d8c99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DDF8D34-2633-4A48-8315-172E1D014D57}">
  <ds:schemaRefs>
    <ds:schemaRef ds:uri="1f16dbf7-1624-42b0-94f0-c170d6d8c99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79c742c4-e61c-4fa5-be89-a3cb566a80d1}" enabled="0" method="" siteId="{79c742c4-e61c-4fa5-be89-a3cb566a80d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0</TotalTime>
  <Words>422</Words>
  <Application>Microsoft Office PowerPoint</Application>
  <PresentationFormat>Widescreen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Tw Cen MT</vt:lpstr>
      <vt:lpstr>Circuit</vt:lpstr>
      <vt:lpstr>Applying MLP</vt:lpstr>
      <vt:lpstr>Introduction</vt:lpstr>
      <vt:lpstr>Stage 1: Data Preprocessing</vt:lpstr>
      <vt:lpstr>Stage 1: Data Preprocessing</vt:lpstr>
      <vt:lpstr>Stage 2: INITial Training</vt:lpstr>
      <vt:lpstr>Stage 3: Model tuning</vt:lpstr>
      <vt:lpstr>Final model</vt:lpstr>
      <vt:lpstr>Stage 4: Reflection</vt:lpstr>
      <vt:lpstr>Stage 4: Reflection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Medhansh Sankaran</cp:lastModifiedBy>
  <cp:revision>2</cp:revision>
  <dcterms:created xsi:type="dcterms:W3CDTF">2025-09-18T20:36:41Z</dcterms:created>
  <dcterms:modified xsi:type="dcterms:W3CDTF">2025-11-06T23:31:17Z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0x010100A2980AF668775C489F286D3ACC930043</vt:lpwstr>
  </property>
</Properties>
</file>